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ff5c2a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ff5c2a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ff5c2ac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ff5c2ac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dff5c2ac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dff5c2ac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dff5c2ac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dff5c2ac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dff5c2ac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dff5c2ac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dff5c2ac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dff5c2ac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dff5c2ac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dff5c2ac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dff5c2ac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dff5c2ac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dff5c2ac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dff5c2ac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dff5c2ac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dff5c2ac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dff5c2ac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dff5c2ac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dff5c2ac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dff5c2ac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dff5c2ac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dff5c2ac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dff5c2ac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dff5c2ac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dff5c2ac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dff5c2ac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dff5c2ac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dff5c2ac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dff5c2ac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dff5c2ac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dff5c2ac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dff5c2ac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dff5c2ac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dff5c2ac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dff5c2ac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dff5c2ac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75875"/>
            <a:ext cx="8520600" cy="100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74000"/>
                </a:solidFill>
              </a:rPr>
              <a:t>Kali Racer’s</a:t>
            </a:r>
            <a:endParaRPr b="1">
              <a:solidFill>
                <a:srgbClr val="F740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718350" y="2865375"/>
            <a:ext cx="7707300" cy="15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Grupo 10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João Pedro Dos Santos Nascimento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CG-Noite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Professor responsável: Charles Bastos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17538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620">
                <a:solidFill>
                  <a:srgbClr val="F74000"/>
                </a:solidFill>
              </a:rPr>
              <a:t>Kali Racer’s</a:t>
            </a:r>
            <a:endParaRPr sz="1620">
              <a:solidFill>
                <a:srgbClr val="F7400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chemeClr val="lt1"/>
                </a:solidFill>
              </a:rPr>
              <a:t>Kali Racer’s é uma loja virtual de peças para preparação de automóveis, com o foco voltado para o meio esportivo como arrancada e pista.</a:t>
            </a:r>
            <a:endParaRPr sz="2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700">
                <a:solidFill>
                  <a:schemeClr val="lt1"/>
                </a:solidFill>
              </a:rPr>
              <a:t>O site busca aproveitar um nicho que está em constante crescimento e expansão com a crescente popularidade do automóvel como um meio de lazer e esporte.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0" y="0"/>
            <a:ext cx="1346700" cy="3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620">
                <a:solidFill>
                  <a:srgbClr val="F74000"/>
                </a:solidFill>
              </a:rPr>
              <a:t>index.html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67" name="Google Shape;67;p15" title="Captura de tela 2025-12-05 1906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16900"/>
            <a:ext cx="8839200" cy="4234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0" y="0"/>
            <a:ext cx="14784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pt-BR" sz="1620">
                <a:solidFill>
                  <a:srgbClr val="F74000"/>
                </a:solidFill>
              </a:rPr>
              <a:t>Cadastro.html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73" name="Google Shape;73;p16" title="Captura de tela 2025-12-05 1907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556" y="71475"/>
            <a:ext cx="5198881" cy="25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 title="Captura de tela 2025-12-05 1907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2562" y="2571752"/>
            <a:ext cx="5198877" cy="2500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0" y="0"/>
            <a:ext cx="2207100" cy="5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620">
                <a:solidFill>
                  <a:srgbClr val="F74000"/>
                </a:solidFill>
              </a:rPr>
              <a:t>Cadastrando alguém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80" name="Google Shape;80;p17" title="Captura de tela 2025-12-05 1908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425" y="526500"/>
            <a:ext cx="6494350" cy="314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Captura de tela 2025-12-05 1909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384650"/>
            <a:ext cx="8839199" cy="6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2470575" y="3948497"/>
            <a:ext cx="37563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Usuário salvo no banco de dados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0" y="0"/>
            <a:ext cx="15411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pt-BR" sz="1620">
                <a:solidFill>
                  <a:srgbClr val="F74000"/>
                </a:solidFill>
              </a:rPr>
              <a:t>Efetuando login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88" name="Google Shape;88;p18" title="Captura de tela 2025-12-05 1909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75" y="497100"/>
            <a:ext cx="4849349" cy="212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 title="Captura de tela 2025-12-05 1910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1100" y="3776400"/>
            <a:ext cx="73628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3746250" y="3118500"/>
            <a:ext cx="2764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Login registrado do BD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0" y="0"/>
            <a:ext cx="2338800" cy="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pt-BR" sz="1620">
                <a:solidFill>
                  <a:srgbClr val="F74000"/>
                </a:solidFill>
              </a:rPr>
              <a:t>Verificação de 2 fatores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96" name="Google Shape;96;p19" title="Captura de tela 2025-12-05 1910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538" y="1680750"/>
            <a:ext cx="6346927" cy="308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6041" y="526950"/>
            <a:ext cx="4311926" cy="7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0" y="0"/>
            <a:ext cx="15717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pt-BR" sz="1620">
                <a:solidFill>
                  <a:srgbClr val="F74000"/>
                </a:solidFill>
              </a:rPr>
              <a:t>main-page.html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103" name="Google Shape;103;p20" title="Captura de tela 2025-12-05 1910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8000"/>
            <a:ext cx="8839200" cy="42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0" y="0"/>
            <a:ext cx="1612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620">
                <a:solidFill>
                  <a:srgbClr val="F74000"/>
                </a:solidFill>
              </a:rPr>
              <a:t>Aba do usuário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109" name="Google Shape;109;p21" title="Captura de tela 2025-12-05 1910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50" y="374996"/>
            <a:ext cx="3577400" cy="199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 title="Captura de tela 2025-12-05 1910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9200" y="668625"/>
            <a:ext cx="3922220" cy="199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Captura de tela 2025-12-05 1910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775" y="3020975"/>
            <a:ext cx="4888938" cy="199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4657500" y="222750"/>
            <a:ext cx="20352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Perfil de usuário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891000" y="2571750"/>
            <a:ext cx="203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Alterar senha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0" y="0"/>
            <a:ext cx="20676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620">
                <a:solidFill>
                  <a:srgbClr val="F74000"/>
                </a:solidFill>
              </a:rPr>
              <a:t>Consulta de usuário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119" name="Google Shape;119;p22" title="Captura de tela 2025-12-05 1911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8500"/>
            <a:ext cx="4266580" cy="205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 title="Captura de tela 2025-12-05 1911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24601"/>
            <a:ext cx="4572001" cy="2213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 title="Captura de tela 2025-12-05 1911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00" y="2855525"/>
            <a:ext cx="4500601" cy="21700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5224500" y="465750"/>
            <a:ext cx="2440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Consulta realizada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425250" y="2531525"/>
            <a:ext cx="23289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Consulta generalizada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0" y="0"/>
            <a:ext cx="8019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pt-BR" sz="1620">
                <a:solidFill>
                  <a:srgbClr val="F74000"/>
                </a:solidFill>
              </a:rPr>
              <a:t>Master</a:t>
            </a:r>
            <a:endParaRPr sz="1020">
              <a:solidFill>
                <a:srgbClr val="F74000"/>
              </a:solidFill>
            </a:endParaRPr>
          </a:p>
        </p:txBody>
      </p:sp>
      <p:pic>
        <p:nvPicPr>
          <p:cNvPr id="129" name="Google Shape;129;p23" title="Captura de tela 2025-12-05 1912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00" y="354900"/>
            <a:ext cx="4504100" cy="19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 title="Captura de tela 2025-12-05 1912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7275" y="2450250"/>
            <a:ext cx="5249121" cy="254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5001750" y="1893375"/>
            <a:ext cx="20454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painel do master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0" y="0"/>
            <a:ext cx="26247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pt-BR" sz="1520">
                <a:solidFill>
                  <a:srgbClr val="F74000"/>
                </a:solidFill>
              </a:rPr>
              <a:t>Gerenciamento de usuários</a:t>
            </a:r>
            <a:endParaRPr sz="1520">
              <a:solidFill>
                <a:srgbClr val="F74000"/>
              </a:solidFill>
            </a:endParaRPr>
          </a:p>
        </p:txBody>
      </p:sp>
      <p:pic>
        <p:nvPicPr>
          <p:cNvPr id="137" name="Google Shape;137;p24" title="Captura de tela 2025-12-05 1913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7800"/>
            <a:ext cx="4651375" cy="22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 title="Captura de tela 2025-12-05 1913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0000" y="2793475"/>
            <a:ext cx="4651375" cy="2245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0" y="0"/>
            <a:ext cx="16626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pt-BR" sz="1620">
                <a:solidFill>
                  <a:srgbClr val="F74000"/>
                </a:solidFill>
              </a:rPr>
              <a:t>Log de usuários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144" name="Google Shape;144;p25" title="Captura de tela 2025-12-05 1914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7800"/>
            <a:ext cx="8839200" cy="4289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0" y="0"/>
            <a:ext cx="31917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pt-BR" sz="1620">
                <a:solidFill>
                  <a:srgbClr val="F74000"/>
                </a:solidFill>
              </a:rPr>
              <a:t>Exportar PDF do log de usuários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150" name="Google Shape;150;p26" title="Captura de tela 2025-12-05 1914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7800"/>
            <a:ext cx="8304554" cy="44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0" y="0"/>
            <a:ext cx="20880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pt-BR" sz="1620">
                <a:solidFill>
                  <a:srgbClr val="F74000"/>
                </a:solidFill>
              </a:rPr>
              <a:t>Tabela de usuários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156" name="Google Shape;156;p27" title="Captura de tela 2025-12-05 1915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7900"/>
            <a:ext cx="8839200" cy="4289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0" y="0"/>
            <a:ext cx="23208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pt-BR" sz="1520">
                <a:solidFill>
                  <a:srgbClr val="F74000"/>
                </a:solidFill>
              </a:rPr>
              <a:t>Tabela de log de usuários</a:t>
            </a:r>
            <a:endParaRPr sz="1520">
              <a:solidFill>
                <a:srgbClr val="F74000"/>
              </a:solidFill>
            </a:endParaRPr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825" y="882000"/>
            <a:ext cx="7372350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4020">
                <a:solidFill>
                  <a:srgbClr val="F74000"/>
                </a:solidFill>
              </a:rPr>
              <a:t>Dificuldades encontrada</a:t>
            </a:r>
            <a:endParaRPr sz="4020">
              <a:solidFill>
                <a:srgbClr val="F74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4020">
                <a:solidFill>
                  <a:srgbClr val="F74000"/>
                </a:solidFill>
              </a:rPr>
              <a:t>e pontos críticos</a:t>
            </a:r>
            <a:endParaRPr sz="4020">
              <a:solidFill>
                <a:srgbClr val="F74000"/>
              </a:solidFill>
            </a:endParaRPr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261075" y="2094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>
                <a:solidFill>
                  <a:schemeClr val="lt1"/>
                </a:solidFill>
              </a:rPr>
              <a:t>Agora serão listadas algumas dificuldades encontradas durante o processo de criação do site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0" y="0"/>
            <a:ext cx="1893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pt-BR" sz="1520">
                <a:solidFill>
                  <a:srgbClr val="F74000"/>
                </a:solidFill>
              </a:rPr>
              <a:t>Perfil do usuário</a:t>
            </a:r>
            <a:endParaRPr sz="1520">
              <a:solidFill>
                <a:srgbClr val="F74000"/>
              </a:solidFill>
            </a:endParaRPr>
          </a:p>
        </p:txBody>
      </p:sp>
      <p:pic>
        <p:nvPicPr>
          <p:cNvPr id="174" name="Google Shape;174;p30" title="Captura de tela 2025-12-05 1918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75" y="405000"/>
            <a:ext cx="5001226" cy="28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 title="Captura de tela 2025-12-05 1921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3650" y="1742025"/>
            <a:ext cx="3987099" cy="28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0" y="0"/>
            <a:ext cx="17337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pt-BR" sz="1620">
                <a:solidFill>
                  <a:srgbClr val="F74000"/>
                </a:solidFill>
              </a:rPr>
              <a:t>Buscar usuários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181" name="Google Shape;181;p31" title="Captura de tela 2025-12-05 1919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00" y="354900"/>
            <a:ext cx="4612001" cy="294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 title="Captura de tela 2025-12-05 1919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5675" y="1205400"/>
            <a:ext cx="4155800" cy="383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0" y="0"/>
            <a:ext cx="28878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620">
                <a:solidFill>
                  <a:srgbClr val="F74000"/>
                </a:solidFill>
              </a:rPr>
              <a:t>Redirecionamento do master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188" name="Google Shape;188;p32" title="Captura de tela 2025-12-05 1920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8500"/>
            <a:ext cx="3752850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2" title="Captura de tela 2025-12-05 1921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800" y="3072750"/>
            <a:ext cx="614362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2"/>
          <p:cNvSpPr txBox="1"/>
          <p:nvPr/>
        </p:nvSpPr>
        <p:spPr>
          <a:xfrm>
            <a:off x="4491413" y="2521125"/>
            <a:ext cx="29364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Registrando o log de login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0" y="0"/>
            <a:ext cx="1824600" cy="4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620">
                <a:solidFill>
                  <a:srgbClr val="F74000"/>
                </a:solidFill>
              </a:rPr>
              <a:t>Listando usuários</a:t>
            </a:r>
            <a:endParaRPr sz="1620">
              <a:solidFill>
                <a:srgbClr val="F74000"/>
              </a:solidFill>
            </a:endParaRPr>
          </a:p>
        </p:txBody>
      </p:sp>
      <p:pic>
        <p:nvPicPr>
          <p:cNvPr id="196" name="Google Shape;196;p33" title="Captura de tela 2025-12-05 1920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9775" y="2156625"/>
            <a:ext cx="4578425" cy="28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3" title="Captura de tela 2025-12-05 1922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50" y="435900"/>
            <a:ext cx="4286250" cy="3781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